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C9CDA-06AD-448B-AE43-AF39E35C9415}" v="1" dt="2024-07-21T12:56:0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0" autoAdjust="0"/>
    <p:restoredTop sz="96236" autoAdjust="0"/>
  </p:normalViewPr>
  <p:slideViewPr>
    <p:cSldViewPr snapToGrid="0">
      <p:cViewPr varScale="1">
        <p:scale>
          <a:sx n="107" d="100"/>
          <a:sy n="107" d="100"/>
        </p:scale>
        <p:origin x="11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hmad" userId="d3510f94-5988-4c3a-9ef9-f2f99b91dc31" providerId="ADAL" clId="{562C9CDA-06AD-448B-AE43-AF39E35C9415}"/>
    <pc:docChg chg="undo custSel addSld delSld modSld sldOrd">
      <pc:chgData name="Ali Ahmad" userId="d3510f94-5988-4c3a-9ef9-f2f99b91dc31" providerId="ADAL" clId="{562C9CDA-06AD-448B-AE43-AF39E35C9415}" dt="2024-08-04T07:10:37.151" v="306" actId="47"/>
      <pc:docMkLst>
        <pc:docMk/>
      </pc:docMkLst>
      <pc:sldChg chg="modSp mod">
        <pc:chgData name="Ali Ahmad" userId="d3510f94-5988-4c3a-9ef9-f2f99b91dc31" providerId="ADAL" clId="{562C9CDA-06AD-448B-AE43-AF39E35C9415}" dt="2024-07-26T16:34:33.157" v="266" actId="20577"/>
        <pc:sldMkLst>
          <pc:docMk/>
          <pc:sldMk cId="2772807980" sldId="256"/>
        </pc:sldMkLst>
        <pc:spChg chg="mod">
          <ac:chgData name="Ali Ahmad" userId="d3510f94-5988-4c3a-9ef9-f2f99b91dc31" providerId="ADAL" clId="{562C9CDA-06AD-448B-AE43-AF39E35C9415}" dt="2024-07-26T16:34:33.157" v="266" actId="20577"/>
          <ac:spMkLst>
            <pc:docMk/>
            <pc:sldMk cId="2772807980" sldId="256"/>
            <ac:spMk id="3" creationId="{C4EAED8B-40B8-2F67-2CA2-D6CB3B6F8578}"/>
          </ac:spMkLst>
        </pc:spChg>
      </pc:sldChg>
      <pc:sldChg chg="modSp mod">
        <pc:chgData name="Ali Ahmad" userId="d3510f94-5988-4c3a-9ef9-f2f99b91dc31" providerId="ADAL" clId="{562C9CDA-06AD-448B-AE43-AF39E35C9415}" dt="2024-07-21T12:56:32.117" v="22" actId="27636"/>
        <pc:sldMkLst>
          <pc:docMk/>
          <pc:sldMk cId="349862419" sldId="258"/>
        </pc:sldMkLst>
        <pc:spChg chg="mod">
          <ac:chgData name="Ali Ahmad" userId="d3510f94-5988-4c3a-9ef9-f2f99b91dc31" providerId="ADAL" clId="{562C9CDA-06AD-448B-AE43-AF39E35C9415}" dt="2024-07-20T14:34:31.603" v="11" actId="113"/>
          <ac:spMkLst>
            <pc:docMk/>
            <pc:sldMk cId="349862419" sldId="258"/>
            <ac:spMk id="2" creationId="{035C383B-F10C-7ECB-AA0D-9A79BD44F6B7}"/>
          </ac:spMkLst>
        </pc:spChg>
        <pc:spChg chg="mod">
          <ac:chgData name="Ali Ahmad" userId="d3510f94-5988-4c3a-9ef9-f2f99b91dc31" providerId="ADAL" clId="{562C9CDA-06AD-448B-AE43-AF39E35C9415}" dt="2024-07-21T12:56:32.117" v="22" actId="27636"/>
          <ac:spMkLst>
            <pc:docMk/>
            <pc:sldMk cId="349862419" sldId="258"/>
            <ac:spMk id="3" creationId="{F9AAA8B0-E93B-E9BB-8C09-E2F8D0D61EB5}"/>
          </ac:spMkLst>
        </pc:spChg>
      </pc:sldChg>
      <pc:sldChg chg="modSp del mod">
        <pc:chgData name="Ali Ahmad" userId="d3510f94-5988-4c3a-9ef9-f2f99b91dc31" providerId="ADAL" clId="{562C9CDA-06AD-448B-AE43-AF39E35C9415}" dt="2024-07-31T19:06:28.391" v="297" actId="2696"/>
        <pc:sldMkLst>
          <pc:docMk/>
          <pc:sldMk cId="2639771135" sldId="259"/>
        </pc:sldMkLst>
        <pc:spChg chg="mod">
          <ac:chgData name="Ali Ahmad" userId="d3510f94-5988-4c3a-9ef9-f2f99b91dc31" providerId="ADAL" clId="{562C9CDA-06AD-448B-AE43-AF39E35C9415}" dt="2024-07-21T18:20:48.487" v="247" actId="113"/>
          <ac:spMkLst>
            <pc:docMk/>
            <pc:sldMk cId="2639771135" sldId="259"/>
            <ac:spMk id="2" creationId="{72C2B2EC-99A5-254E-1B8F-9051BBBBDDFD}"/>
          </ac:spMkLst>
        </pc:spChg>
        <pc:spChg chg="mod">
          <ac:chgData name="Ali Ahmad" userId="d3510f94-5988-4c3a-9ef9-f2f99b91dc31" providerId="ADAL" clId="{562C9CDA-06AD-448B-AE43-AF39E35C9415}" dt="2024-07-22T10:52:00.584" v="252" actId="27636"/>
          <ac:spMkLst>
            <pc:docMk/>
            <pc:sldMk cId="2639771135" sldId="259"/>
            <ac:spMk id="3" creationId="{BE626091-3B69-DCC0-994D-701843DDEA07}"/>
          </ac:spMkLst>
        </pc:spChg>
      </pc:sldChg>
      <pc:sldChg chg="modSp mod">
        <pc:chgData name="Ali Ahmad" userId="d3510f94-5988-4c3a-9ef9-f2f99b91dc31" providerId="ADAL" clId="{562C9CDA-06AD-448B-AE43-AF39E35C9415}" dt="2024-07-21T18:20:51.581" v="248" actId="113"/>
        <pc:sldMkLst>
          <pc:docMk/>
          <pc:sldMk cId="3166029343" sldId="260"/>
        </pc:sldMkLst>
        <pc:spChg chg="mod">
          <ac:chgData name="Ali Ahmad" userId="d3510f94-5988-4c3a-9ef9-f2f99b91dc31" providerId="ADAL" clId="{562C9CDA-06AD-448B-AE43-AF39E35C9415}" dt="2024-07-21T18:20:51.581" v="248" actId="113"/>
          <ac:spMkLst>
            <pc:docMk/>
            <pc:sldMk cId="3166029343" sldId="260"/>
            <ac:spMk id="2" creationId="{6F41F449-8457-0E38-E3B4-75FA6F83C166}"/>
          </ac:spMkLst>
        </pc:spChg>
        <pc:spChg chg="mod">
          <ac:chgData name="Ali Ahmad" userId="d3510f94-5988-4c3a-9ef9-f2f99b91dc31" providerId="ADAL" clId="{562C9CDA-06AD-448B-AE43-AF39E35C9415}" dt="2024-07-21T13:02:38.648" v="56" actId="20577"/>
          <ac:spMkLst>
            <pc:docMk/>
            <pc:sldMk cId="3166029343" sldId="260"/>
            <ac:spMk id="3" creationId="{A96A4C0A-7CD6-52C8-5795-CE203917B8A2}"/>
          </ac:spMkLst>
        </pc:spChg>
      </pc:sldChg>
      <pc:sldChg chg="del">
        <pc:chgData name="Ali Ahmad" userId="d3510f94-5988-4c3a-9ef9-f2f99b91dc31" providerId="ADAL" clId="{562C9CDA-06AD-448B-AE43-AF39E35C9415}" dt="2024-07-21T13:01:33.887" v="29" actId="2696"/>
        <pc:sldMkLst>
          <pc:docMk/>
          <pc:sldMk cId="607336469" sldId="261"/>
        </pc:sldMkLst>
      </pc:sldChg>
      <pc:sldChg chg="modSp del mod ord">
        <pc:chgData name="Ali Ahmad" userId="d3510f94-5988-4c3a-9ef9-f2f99b91dc31" providerId="ADAL" clId="{562C9CDA-06AD-448B-AE43-AF39E35C9415}" dt="2024-08-04T07:10:36.309" v="305" actId="47"/>
        <pc:sldMkLst>
          <pc:docMk/>
          <pc:sldMk cId="2564379909" sldId="263"/>
        </pc:sldMkLst>
        <pc:spChg chg="mod">
          <ac:chgData name="Ali Ahmad" userId="d3510f94-5988-4c3a-9ef9-f2f99b91dc31" providerId="ADAL" clId="{562C9CDA-06AD-448B-AE43-AF39E35C9415}" dt="2024-07-31T19:05:17.669" v="289" actId="20577"/>
          <ac:spMkLst>
            <pc:docMk/>
            <pc:sldMk cId="2564379909" sldId="263"/>
            <ac:spMk id="2" creationId="{25E5519D-E5FA-5BA8-A4BA-A225CA110308}"/>
          </ac:spMkLst>
        </pc:spChg>
        <pc:spChg chg="mod">
          <ac:chgData name="Ali Ahmad" userId="d3510f94-5988-4c3a-9ef9-f2f99b91dc31" providerId="ADAL" clId="{562C9CDA-06AD-448B-AE43-AF39E35C9415}" dt="2024-07-31T19:05:48.602" v="293" actId="13926"/>
          <ac:spMkLst>
            <pc:docMk/>
            <pc:sldMk cId="2564379909" sldId="263"/>
            <ac:spMk id="3" creationId="{3AACD20F-C850-EB87-7F72-C016CF415169}"/>
          </ac:spMkLst>
        </pc:spChg>
      </pc:sldChg>
      <pc:sldChg chg="modSp add del mod">
        <pc:chgData name="Ali Ahmad" userId="d3510f94-5988-4c3a-9ef9-f2f99b91dc31" providerId="ADAL" clId="{562C9CDA-06AD-448B-AE43-AF39E35C9415}" dt="2024-08-04T07:10:34.257" v="303" actId="47"/>
        <pc:sldMkLst>
          <pc:docMk/>
          <pc:sldMk cId="3587581020" sldId="264"/>
        </pc:sldMkLst>
        <pc:spChg chg="mod">
          <ac:chgData name="Ali Ahmad" userId="d3510f94-5988-4c3a-9ef9-f2f99b91dc31" providerId="ADAL" clId="{562C9CDA-06AD-448B-AE43-AF39E35C9415}" dt="2024-07-31T19:04:07.624" v="282" actId="13926"/>
          <ac:spMkLst>
            <pc:docMk/>
            <pc:sldMk cId="3587581020" sldId="264"/>
            <ac:spMk id="5" creationId="{FFB07957-8AEC-E74B-74C4-5935935C9130}"/>
          </ac:spMkLst>
        </pc:spChg>
      </pc:sldChg>
      <pc:sldChg chg="modSp add del mod">
        <pc:chgData name="Ali Ahmad" userId="d3510f94-5988-4c3a-9ef9-f2f99b91dc31" providerId="ADAL" clId="{562C9CDA-06AD-448B-AE43-AF39E35C9415}" dt="2024-08-04T07:10:35.296" v="304" actId="47"/>
        <pc:sldMkLst>
          <pc:docMk/>
          <pc:sldMk cId="2996022595" sldId="265"/>
        </pc:sldMkLst>
        <pc:spChg chg="mod">
          <ac:chgData name="Ali Ahmad" userId="d3510f94-5988-4c3a-9ef9-f2f99b91dc31" providerId="ADAL" clId="{562C9CDA-06AD-448B-AE43-AF39E35C9415}" dt="2024-08-04T06:59:30.039" v="300" actId="13926"/>
          <ac:spMkLst>
            <pc:docMk/>
            <pc:sldMk cId="2996022595" sldId="265"/>
            <ac:spMk id="3" creationId="{3AACD20F-C850-EB87-7F72-C016CF415169}"/>
          </ac:spMkLst>
        </pc:spChg>
      </pc:sldChg>
      <pc:sldChg chg="add">
        <pc:chgData name="Ali Ahmad" userId="d3510f94-5988-4c3a-9ef9-f2f99b91dc31" providerId="ADAL" clId="{562C9CDA-06AD-448B-AE43-AF39E35C9415}" dt="2024-07-31T19:01:42.643" v="269" actId="2890"/>
        <pc:sldMkLst>
          <pc:docMk/>
          <pc:sldMk cId="2218198170" sldId="266"/>
        </pc:sldMkLst>
      </pc:sldChg>
      <pc:sldChg chg="add del">
        <pc:chgData name="Ali Ahmad" userId="d3510f94-5988-4c3a-9ef9-f2f99b91dc31" providerId="ADAL" clId="{562C9CDA-06AD-448B-AE43-AF39E35C9415}" dt="2024-07-31T19:06:18.516" v="296" actId="2696"/>
        <pc:sldMkLst>
          <pc:docMk/>
          <pc:sldMk cId="451296651" sldId="267"/>
        </pc:sldMkLst>
      </pc:sldChg>
      <pc:sldChg chg="modSp add del mod">
        <pc:chgData name="Ali Ahmad" userId="d3510f94-5988-4c3a-9ef9-f2f99b91dc31" providerId="ADAL" clId="{562C9CDA-06AD-448B-AE43-AF39E35C9415}" dt="2024-08-04T07:10:37.151" v="306" actId="47"/>
        <pc:sldMkLst>
          <pc:docMk/>
          <pc:sldMk cId="891365146" sldId="268"/>
        </pc:sldMkLst>
        <pc:spChg chg="mod">
          <ac:chgData name="Ali Ahmad" userId="d3510f94-5988-4c3a-9ef9-f2f99b91dc31" providerId="ADAL" clId="{562C9CDA-06AD-448B-AE43-AF39E35C9415}" dt="2024-08-04T07:04:16.399" v="302" actId="13926"/>
          <ac:spMkLst>
            <pc:docMk/>
            <pc:sldMk cId="891365146" sldId="268"/>
            <ac:spMk id="3" creationId="{BE626091-3B69-DCC0-994D-701843DDEA07}"/>
          </ac:spMkLst>
        </pc:spChg>
      </pc:sldChg>
      <pc:sldChg chg="add del">
        <pc:chgData name="Ali Ahmad" userId="d3510f94-5988-4c3a-9ef9-f2f99b91dc31" providerId="ADAL" clId="{562C9CDA-06AD-448B-AE43-AF39E35C9415}" dt="2024-07-31T19:06:32.545" v="298" actId="2696"/>
        <pc:sldMkLst>
          <pc:docMk/>
          <pc:sldMk cId="74940060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CE39-0EF0-FF0A-11D1-2B186E67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EE4-2806-FD97-2F4A-8D082355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A06A-EFD8-C516-DA85-AD7D6CED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46B5-4E9A-692C-7C51-D0F9D32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92B42-868D-DEDA-A785-81B42AB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77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AE2D-A512-D6C9-2920-51D227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CD40-FC63-7B14-893F-76B1DFC1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3FFB-4DC1-A56D-9904-E2AB94B2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3995-EC48-2805-00D1-AAA2715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C80B-ABF8-6A37-C125-7BE9D17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6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2C4-8E34-AA12-7FF5-EEAAD51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64D9-EE70-D331-FA78-65B64E5E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B80-CF8E-8161-CB6C-DBA88F0A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53F2-F1CF-3ED5-B884-8192658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BE05-3657-961D-7543-5A7C2E8B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179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08B6-1FFD-17AC-808B-E5BA177A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D98B-6CE0-78CC-3DAE-9C4941BB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1D2B-973B-FDCE-5D56-264B7ABB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890CD-0FFD-4DA5-FF94-43DC8085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F048-9ECE-9000-4E04-DF3970A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A301-FDA6-1580-F6CD-A5B13BC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112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5908-2434-8304-4D80-B51C293D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5414-A97A-0529-4820-9A6E06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77FA-AEEE-C0B4-990F-9DA0AC1E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F0AC2-BEC1-EDAF-27BC-44AC285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C468-6535-08F7-FB3D-ADEB5C4D6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7E0EA-2F4B-A0D9-28BC-4E36AF1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D7A9F-47C7-A0F5-30B9-EF452D20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5049E-A493-B2A1-DA28-7E7F5D18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462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180D-D4E7-DC95-4016-3D584D2D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077DB-C074-B875-563C-3446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1B0B-6516-1BF8-FF0D-AED3089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B6FB4-B4BA-7EB8-7E92-26D846E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01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55FA8-EE12-07EA-0FD5-064AC8C0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72E48-8948-1FC6-E5F5-A5C73B0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57AB-02D0-C856-831B-96C972F7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2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0C88-C536-E8E8-8406-F050DDE8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09D0-765E-DA28-DD8C-22857B14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711D-E970-C19B-ACC8-9CD7CDE1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1DE5-0D30-56EA-97C6-08EC6315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AB69-0C1E-BB87-3642-857592F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1DD4C-CE03-16A1-9894-F92BD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4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E1C1-3DE8-A60A-91B5-3B335A3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B37F7-0488-B5D1-1492-72975D6C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0D8C-284F-97F5-7ED5-A143D0D31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7039E-345B-0D2B-8932-A7577CE5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54B33-9CE0-8946-C9A9-F73F19F5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8926-E7D8-DB30-BF78-CA0CD91F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52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8EF3-76E2-6293-EB4F-9224EB1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7CC23-5886-7C95-77AE-8E5AE200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4C95-CB22-1FEB-99BC-968F581D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F739-8F62-B980-6487-7A040F5A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8889-9AA9-2BD7-1A2A-9BF62FB5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27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C4CF8-3424-5860-C02A-037A7182C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61A0F-DF36-7A16-9E4E-F590C893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7637A-739E-E7BE-A828-260C613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978ED-6B55-BC69-9035-D5FE994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4C69-D7A6-BED6-BCAE-07F886F8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08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F4ED-0AF2-5018-03CD-B667836E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06B1-4B46-D273-F8FA-7A729C5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F5D5-48B2-F98C-BBC6-80CCC61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16BC-FE1B-3A40-C00D-A6AA45EC7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5389C-088B-425B-7712-DEA55E405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2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916AEC63-D4F1-5CF8-0E3F-7FF1113A6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250" y="1586753"/>
            <a:ext cx="4630267" cy="337311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9647" y="1371600"/>
            <a:ext cx="7342094" cy="2070847"/>
          </a:xfrm>
        </p:spPr>
        <p:txBody>
          <a:bodyPr/>
          <a:lstStyle/>
          <a:p>
            <a:r>
              <a:rPr lang="en-US" b="1" dirty="0"/>
              <a:t>Marketing Analytics Business Case</a:t>
            </a:r>
            <a:endParaRPr lang="nb-NO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3270" y="3642051"/>
            <a:ext cx="3236259" cy="457199"/>
          </a:xfrm>
        </p:spPr>
        <p:txBody>
          <a:bodyPr/>
          <a:lstStyle/>
          <a:p>
            <a:r>
              <a:rPr lang="nb-NO" b="1" dirty="0"/>
              <a:t>Rayen Hasni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 to Business Problem</a:t>
            </a:r>
            <a:endParaRPr lang="nb-NO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72" y="1690688"/>
            <a:ext cx="9121588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 err="1"/>
              <a:t>ShopEasy</a:t>
            </a:r>
            <a:r>
              <a:rPr lang="en-US" dirty="0"/>
              <a:t>, an online retail business, is facing </a:t>
            </a:r>
            <a:r>
              <a:rPr lang="en-US" b="1" dirty="0"/>
              <a:t>reduced customer engagement and conversion rates</a:t>
            </a:r>
            <a:r>
              <a:rPr lang="en-US" dirty="0"/>
              <a:t> despite launching several new online marketing campaigns. They are reaching out to me to help conduct a detailed analysis and identify areas for improvement in their marketing strategies.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/>
              <a:t>Key Points: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Reduced Customer Engagement:</a:t>
            </a:r>
            <a:r>
              <a:rPr lang="en-US" dirty="0"/>
              <a:t> The number of customer interactions and engagement with the site and marketing content has declined.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Decreased Conversion Rates:</a:t>
            </a:r>
            <a:r>
              <a:rPr lang="en-US" dirty="0"/>
              <a:t> Fewer site visitors are converting into paying customers.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High Marketing Expenses:</a:t>
            </a:r>
            <a:r>
              <a:rPr lang="en-US" dirty="0"/>
              <a:t> Significant investments in marketing campaigns are not yielding expected returns.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Need for Customer Feedback Analysis:</a:t>
            </a:r>
            <a:r>
              <a:rPr lang="en-US" dirty="0"/>
              <a:t> Understanding customer opinions about products and services is crucial for improving engagement and conversions.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41BE3F-5B09-E70A-CFC3-7642D45F0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459" y="2549850"/>
            <a:ext cx="2026024" cy="24037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211" y="365125"/>
            <a:ext cx="8547847" cy="1325563"/>
          </a:xfrm>
        </p:spPr>
        <p:txBody>
          <a:bodyPr/>
          <a:lstStyle/>
          <a:p>
            <a:r>
              <a:rPr lang="en-US" b="1" dirty="0"/>
              <a:t>Key Performance Indicators (KPIs)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A8B0-E93B-E9BB-8C09-E2F8D0D61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9" y="1909254"/>
            <a:ext cx="10654553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Conversion Rate: </a:t>
            </a:r>
            <a:r>
              <a:rPr lang="en-US" dirty="0"/>
              <a:t>Percentage of website visitors who make a purchase.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Engagement Rate: </a:t>
            </a:r>
            <a:r>
              <a:rPr lang="en-US" dirty="0"/>
              <a:t>Level of interaction with marketing content (clicks, likes, comments).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Average Order Value (AOV): </a:t>
            </a:r>
            <a:r>
              <a:rPr lang="en-US" dirty="0"/>
              <a:t>Average amount spent by a customer per transaction.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Feedback Score: </a:t>
            </a:r>
            <a:r>
              <a:rPr lang="en-US" dirty="0"/>
              <a:t>Average rating from customer reviews.</a:t>
            </a:r>
            <a:endParaRPr lang="nb-N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8EB9C-3208-E625-1652-5B786ED19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213" y="365125"/>
            <a:ext cx="1965646" cy="154412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sitting on a target&#10;&#10;AI-generated content may be incorrect.">
            <a:extLst>
              <a:ext uri="{FF2B5EF4-FFF2-40B4-BE49-F238E27FC236}">
                <a16:creationId xmlns:a16="http://schemas.microsoft.com/office/drawing/2014/main" id="{489C8260-4E83-9C73-5018-993DE41D9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577" y="134471"/>
            <a:ext cx="2613770" cy="20918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Increase Conversion Rates: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Goal: </a:t>
            </a:r>
            <a:r>
              <a:rPr lang="en-US" dirty="0"/>
              <a:t>Identify factors impacting the conversion rate and provide recommendations to improve it.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 </a:t>
            </a:r>
            <a:r>
              <a:rPr lang="en-US" dirty="0"/>
              <a:t>Highlight key stages where visitors drop off and suggest improvements to optimize the conversion funnel.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Enhance Customer Engagement: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Determine which types of content drive the highest engagement. 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Analyze interaction levels with different types of marketing content to inform better content strategies.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Improve Customer Feedback Scores: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Understand common themes in customer reviews and provide actionable insights.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Identify recurring positive and negative feedback to guide product and service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291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Marketing Analytics Business Case</vt:lpstr>
      <vt:lpstr>Introduction to Business Problem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</dc:creator>
  <cp:lastModifiedBy>Rayen HASNI (ENISo)</cp:lastModifiedBy>
  <cp:revision>2</cp:revision>
  <dcterms:created xsi:type="dcterms:W3CDTF">2024-07-20T13:50:58Z</dcterms:created>
  <dcterms:modified xsi:type="dcterms:W3CDTF">2025-11-21T20:33:38Z</dcterms:modified>
</cp:coreProperties>
</file>